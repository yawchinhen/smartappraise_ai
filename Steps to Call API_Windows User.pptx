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W CHIN HEN" userId="ab6c836c-d79c-41c9-a944-670f3a817f19" providerId="ADAL" clId="{48C13FB9-1F30-4DF7-99FB-8EB4BDBC968A}"/>
    <pc:docChg chg="modSld">
      <pc:chgData name="YAW CHIN HEN" userId="ab6c836c-d79c-41c9-a944-670f3a817f19" providerId="ADAL" clId="{48C13FB9-1F30-4DF7-99FB-8EB4BDBC968A}" dt="2025-12-05T10:02:02.284" v="6" actId="20577"/>
      <pc:docMkLst>
        <pc:docMk/>
      </pc:docMkLst>
      <pc:sldChg chg="modSp mod">
        <pc:chgData name="YAW CHIN HEN" userId="ab6c836c-d79c-41c9-a944-670f3a817f19" providerId="ADAL" clId="{48C13FB9-1F30-4DF7-99FB-8EB4BDBC968A}" dt="2025-12-05T10:02:02.284" v="6" actId="20577"/>
        <pc:sldMkLst>
          <pc:docMk/>
          <pc:sldMk cId="357523524" sldId="259"/>
        </pc:sldMkLst>
        <pc:spChg chg="mod">
          <ac:chgData name="YAW CHIN HEN" userId="ab6c836c-d79c-41c9-a944-670f3a817f19" providerId="ADAL" clId="{48C13FB9-1F30-4DF7-99FB-8EB4BDBC968A}" dt="2025-12-05T10:02:02.284" v="6" actId="20577"/>
          <ac:spMkLst>
            <pc:docMk/>
            <pc:sldMk cId="357523524" sldId="259"/>
            <ac:spMk id="3" creationId="{65CEA154-AEF0-3E77-313F-438CA49767E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9AF1-ED05-4807-B7CE-D7A47A790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05F4B-7E32-3964-E810-F59BDD34F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9795B-7E91-3A8E-4FFD-AF1442FA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655B3-EB36-4962-ACD2-0A0DFD3C6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75D98-46B6-C73F-08D6-C788208E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0985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52F9-A5AB-9B5A-391A-1383C30EE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BEE1-A5E9-BBE1-71DD-7B045C93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B94B9-27CC-15F2-7343-0216EE3D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14CB9-6AEC-AB76-77A5-B7D57462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EB17F-2A79-DF05-4AF4-A836E5A0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9371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26B0-A0AB-F4EB-789E-DBCF8E96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D4F17-92B9-8067-DD08-CD8850019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0F74C-850C-2AAF-667F-B91BBBE6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C7446-11C7-F9B9-0E17-5852EEC0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B7974-2F0B-B0DE-1001-4D0B8C6C8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0950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6A0B-822A-2511-684F-FD86C747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98E0-9309-D457-4981-F98E0E4D7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7115D-6EAB-3D79-8258-15E76309F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64EA0-DC91-91F1-A9F1-9554CCFF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A0402-841F-E387-30CD-C1B38D7C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7A99F-9811-CBE9-EE24-7A6CC301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729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F670-9618-DE25-83F8-23FB04D2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4FFB9-B28A-8A4D-5C37-7DD972C0B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66526-EFEF-65AE-754A-A68BBC6D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C208D-BD72-E61C-9F99-6813F0115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D56EB-4268-64B0-30CB-9C9F019C5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ED3667-2FDF-0A28-61A5-028EF3F3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BDA60-A622-643E-F3AE-A9D92F18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E2BEE-D5B6-348C-E2CF-F1911356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435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66D95-2E8A-0382-A0B4-0AF63AA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7B6C4-9D3E-C1D2-703B-C43E83B2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7C08B-BD41-7539-0B9C-4FD3A417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17E0B-BDC9-D764-6912-E348070D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324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F55ED-A7B0-CCAF-AED2-039AD2C5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78619D-E3C2-3D6E-E607-5741E5B5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0BD1E-6D3A-D91C-FD6A-45A4F278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609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0CCF-83F6-380C-BFCC-4D54D9D1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117A2-024E-AA89-C939-423DA4625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8E742-1498-3D7F-7283-934BEDEFE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571CB-1D4F-4A84-33C6-A46DD0DE6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AF1550-7F18-D7A4-9E83-3C19A639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09C6-7FF8-E560-01A4-D0223C8F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005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2F22-4623-C036-477E-9BD739C3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73301A-A9B4-27B0-D4A0-2ED489DA1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DB85D-0A9C-95E3-542A-FD4A66392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211DC-174D-E982-7FD0-5456874B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02C46-E81F-3BC8-5B67-FA06949F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2CD8E-670E-34A2-629E-A294F92F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5160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5511-72C1-8E23-D17C-002043D00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8CD33-40D2-6192-70E5-82E1A39DD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960D1-BACA-0D84-141E-90B9A901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F42E3-DEBD-D3A2-37CA-587145289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B2107-0CED-18D5-CA99-3E769305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371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8550D-989A-F79A-1D55-0702E9039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04A12-A98F-BDF2-C2DA-C88DC36D6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41DC8-9029-0D4E-82FA-7BF4F12C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3A811-C161-ED11-7A1B-6A7F0DFB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3738B-3BC2-6A23-EE36-816E41A20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163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9CDCC2-6583-EA0C-3DAB-2E53E180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70571-C2E4-6E89-B8CF-57578B15F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EC3BC-349D-A823-FBD0-9764D46EE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4ECAA-6712-47EF-A1D0-E921D6BCEF43}" type="datetimeFigureOut">
              <a:rPr lang="en-MY" smtClean="0"/>
              <a:t>5/12/2025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E6577-2C60-50F2-785F-7DFD086E2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ACC78-0AFC-C2CB-F8DA-386EF0CF5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C2721-5CAE-4E55-B7DA-2A60E4325F8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1401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6.xml"/><Relationship Id="rId6" Type="http://schemas.openxmlformats.org/officeDocument/2006/relationships/slide" Target="slide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Relationship Id="rId5" Type="http://schemas.openxmlformats.org/officeDocument/2006/relationships/slide" Target="slide4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7CA968-90F4-FE9D-0CC5-7618DFE1C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Have you installed Python on your PC?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B3F9F7-C479-0FB6-F5C3-1F58F63D8D5F}"/>
              </a:ext>
            </a:extLst>
          </p:cNvPr>
          <p:cNvGrpSpPr/>
          <p:nvPr/>
        </p:nvGrpSpPr>
        <p:grpSpPr>
          <a:xfrm>
            <a:off x="2084919" y="1793875"/>
            <a:ext cx="2950633" cy="3559125"/>
            <a:chOff x="2084919" y="1793875"/>
            <a:chExt cx="2950633" cy="355912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B4EA04-DA47-CFC3-D432-0E7FEDBB6D51}"/>
                </a:ext>
              </a:extLst>
            </p:cNvPr>
            <p:cNvSpPr txBox="1"/>
            <p:nvPr/>
          </p:nvSpPr>
          <p:spPr>
            <a:xfrm>
              <a:off x="2637368" y="4983668"/>
              <a:ext cx="1845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dirty="0"/>
                <a:t>If </a:t>
              </a:r>
              <a:r>
                <a:rPr lang="en-MY" b="1" dirty="0"/>
                <a:t>YES</a:t>
              </a:r>
              <a:r>
                <a:rPr lang="en-MY" dirty="0"/>
                <a:t> click </a:t>
              </a:r>
              <a:r>
                <a:rPr lang="en-MY" dirty="0">
                  <a:hlinkClick r:id="rId2" action="ppaction://hlinksldjump"/>
                </a:rPr>
                <a:t>Here</a:t>
              </a:r>
              <a:endParaRPr lang="en-MY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4BFF029-60BA-33CA-5808-D3B86F62F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4919" y="1793875"/>
              <a:ext cx="2950633" cy="2950633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FAD502-039B-5BBB-813C-49E9C384F252}"/>
              </a:ext>
            </a:extLst>
          </p:cNvPr>
          <p:cNvGrpSpPr/>
          <p:nvPr/>
        </p:nvGrpSpPr>
        <p:grpSpPr>
          <a:xfrm>
            <a:off x="7156450" y="2070075"/>
            <a:ext cx="2722033" cy="3282925"/>
            <a:chOff x="7156450" y="2022475"/>
            <a:chExt cx="2722033" cy="328292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A08393-156C-5985-11E5-7EE899643C7A}"/>
                </a:ext>
              </a:extLst>
            </p:cNvPr>
            <p:cNvSpPr txBox="1"/>
            <p:nvPr/>
          </p:nvSpPr>
          <p:spPr>
            <a:xfrm>
              <a:off x="7594599" y="4936068"/>
              <a:ext cx="18457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dirty="0"/>
                <a:t>If </a:t>
              </a:r>
              <a:r>
                <a:rPr lang="en-MY" b="1" dirty="0"/>
                <a:t>NO</a:t>
              </a:r>
              <a:r>
                <a:rPr lang="en-MY" dirty="0"/>
                <a:t> click </a:t>
              </a:r>
              <a:r>
                <a:rPr lang="en-MY" dirty="0">
                  <a:hlinkClick r:id="rId4" action="ppaction://hlinksldjump"/>
                </a:rPr>
                <a:t>Here</a:t>
              </a:r>
              <a:endParaRPr lang="en-MY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25A0BC9-5861-CC4A-0C82-21AFD51B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6450" y="2022475"/>
              <a:ext cx="2722033" cy="2722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6136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119A3-F892-9A23-07ED-56FFEF0E7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Steps to Enable Python (for users who </a:t>
            </a:r>
            <a:r>
              <a:rPr lang="en-MY" b="1" dirty="0">
                <a:solidFill>
                  <a:srgbClr val="FF0000"/>
                </a:solidFill>
              </a:rPr>
              <a:t>DON’T HAVE</a:t>
            </a:r>
            <a:r>
              <a:rPr lang="en-MY" b="1" dirty="0"/>
              <a:t> Python installed)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1B9F7-311B-B87D-CE97-02BBA3B4D2EC}"/>
              </a:ext>
            </a:extLst>
          </p:cNvPr>
          <p:cNvSpPr txBox="1"/>
          <p:nvPr/>
        </p:nvSpPr>
        <p:spPr>
          <a:xfrm>
            <a:off x="838200" y="19066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Step 1</a:t>
            </a:r>
            <a:r>
              <a:rPr lang="en-MY" dirty="0"/>
              <a:t>: Download the latest Python </a:t>
            </a:r>
            <a:r>
              <a:rPr lang="en-MY" dirty="0">
                <a:hlinkClick r:id="rId2"/>
              </a:rPr>
              <a:t>here</a:t>
            </a:r>
            <a:endParaRPr lang="en-MY" dirty="0"/>
          </a:p>
          <a:p>
            <a:r>
              <a:rPr lang="en-MY" b="1" dirty="0"/>
              <a:t>Step 2</a:t>
            </a:r>
            <a:r>
              <a:rPr lang="en-MY" dirty="0"/>
              <a:t>: Run the installer</a:t>
            </a:r>
          </a:p>
          <a:p>
            <a:r>
              <a:rPr lang="en-MY" b="1" dirty="0"/>
              <a:t>Step 3</a:t>
            </a:r>
            <a:r>
              <a:rPr lang="en-MY" dirty="0"/>
              <a:t>: Make sure you ticked these TWO</a:t>
            </a:r>
          </a:p>
          <a:p>
            <a:r>
              <a:rPr lang="en-MY" b="1" dirty="0"/>
              <a:t>Step 4</a:t>
            </a:r>
            <a:r>
              <a:rPr lang="en-MY" dirty="0"/>
              <a:t>: Click Customize Installation</a:t>
            </a:r>
          </a:p>
          <a:p>
            <a:r>
              <a:rPr lang="en-MY" b="1" dirty="0"/>
              <a:t>Step 5</a:t>
            </a:r>
            <a:r>
              <a:rPr lang="en-MY" dirty="0"/>
              <a:t>: Ensure all Optional Features are ticked, then click Next</a:t>
            </a:r>
          </a:p>
          <a:p>
            <a:r>
              <a:rPr lang="en-MY" b="1" dirty="0"/>
              <a:t>Step 6</a:t>
            </a:r>
            <a:r>
              <a:rPr lang="en-MY" dirty="0"/>
              <a:t>: Make sure these Advanced Options are ticked</a:t>
            </a:r>
          </a:p>
          <a:p>
            <a:r>
              <a:rPr lang="en-MY" b="1" dirty="0"/>
              <a:t>Step 7</a:t>
            </a:r>
            <a:r>
              <a:rPr lang="en-MY" dirty="0"/>
              <a:t>: Click Install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EBCBA-C1D1-194E-EE8A-7FB2AEDF4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491" y="1099049"/>
            <a:ext cx="3886199" cy="24377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8871F6D-7778-A7D2-83D8-6A1923D06C13}"/>
              </a:ext>
            </a:extLst>
          </p:cNvPr>
          <p:cNvSpPr/>
          <p:nvPr/>
        </p:nvSpPr>
        <p:spPr>
          <a:xfrm>
            <a:off x="8051800" y="3058724"/>
            <a:ext cx="1874572" cy="297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6E6212-4B51-326F-6846-94506AD6A0E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699000" y="2679076"/>
            <a:ext cx="3352800" cy="5284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91BF749-1E7E-2E2B-CF4C-06505C0D8E48}"/>
              </a:ext>
            </a:extLst>
          </p:cNvPr>
          <p:cNvSpPr/>
          <p:nvPr/>
        </p:nvSpPr>
        <p:spPr>
          <a:xfrm>
            <a:off x="8051800" y="2560866"/>
            <a:ext cx="1874572" cy="297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B2D3E6-71CF-8A76-1852-0D21933DE0A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140201" y="2709696"/>
            <a:ext cx="3911599" cy="266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930DE-E2A5-6ED6-9ACF-33F82A0F5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91" y="3631001"/>
            <a:ext cx="3747979" cy="237647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1D4CF3-599C-5C30-D0E6-D468C75C246E}"/>
              </a:ext>
            </a:extLst>
          </p:cNvPr>
          <p:cNvCxnSpPr>
            <a:cxnSpLocks/>
          </p:cNvCxnSpPr>
          <p:nvPr/>
        </p:nvCxnSpPr>
        <p:spPr>
          <a:xfrm>
            <a:off x="5915515" y="3317929"/>
            <a:ext cx="2107789" cy="15799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9EA026B-B358-1A54-781A-9A9867CA9971}"/>
              </a:ext>
            </a:extLst>
          </p:cNvPr>
          <p:cNvSpPr/>
          <p:nvPr/>
        </p:nvSpPr>
        <p:spPr>
          <a:xfrm>
            <a:off x="8071042" y="4138675"/>
            <a:ext cx="1874572" cy="1361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475C2D5-F02D-AAED-270E-44842A96D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571" y="4298755"/>
            <a:ext cx="3760819" cy="2349047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5F602A7-D02E-233F-E2FE-8D57EE69C100}"/>
              </a:ext>
            </a:extLst>
          </p:cNvPr>
          <p:cNvCxnSpPr>
            <a:cxnSpLocks/>
          </p:cNvCxnSpPr>
          <p:nvPr/>
        </p:nvCxnSpPr>
        <p:spPr>
          <a:xfrm flipH="1">
            <a:off x="4961186" y="3536755"/>
            <a:ext cx="186280" cy="1030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291469D-5A70-6A95-6020-4BD6702408C4}"/>
              </a:ext>
            </a:extLst>
          </p:cNvPr>
          <p:cNvSpPr/>
          <p:nvPr/>
        </p:nvSpPr>
        <p:spPr>
          <a:xfrm>
            <a:off x="3993205" y="4567513"/>
            <a:ext cx="1874572" cy="952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E0E111-0C47-7EF7-D383-BD6CD9072875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599267" y="3828321"/>
            <a:ext cx="2921273" cy="26105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A722D45-2072-3770-A082-52210255AC78}"/>
              </a:ext>
            </a:extLst>
          </p:cNvPr>
          <p:cNvSpPr/>
          <p:nvPr/>
        </p:nvSpPr>
        <p:spPr>
          <a:xfrm>
            <a:off x="5520540" y="6307668"/>
            <a:ext cx="643193" cy="2624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FCE1A7-4542-10BE-2FEB-6ADC3DE5FD2A}"/>
              </a:ext>
            </a:extLst>
          </p:cNvPr>
          <p:cNvSpPr txBox="1"/>
          <p:nvPr/>
        </p:nvSpPr>
        <p:spPr>
          <a:xfrm>
            <a:off x="8023304" y="6390651"/>
            <a:ext cx="4014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MY" sz="1400" i="1" dirty="0"/>
              <a:t>Once all is done, let’s start to call the API! Click </a:t>
            </a:r>
            <a:r>
              <a:rPr lang="en-MY" sz="1400" i="1" dirty="0">
                <a:hlinkClick r:id="rId6" action="ppaction://hlinksldjump"/>
              </a:rPr>
              <a:t>Here</a:t>
            </a:r>
            <a:endParaRPr lang="en-MY" sz="1400" i="1" dirty="0"/>
          </a:p>
        </p:txBody>
      </p:sp>
    </p:spTree>
    <p:extLst>
      <p:ext uri="{BB962C8B-B14F-4D97-AF65-F5344CB8AC3E}">
        <p14:creationId xmlns:p14="http://schemas.microsoft.com/office/powerpoint/2010/main" val="4164478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25DC6-357C-5131-390D-4E12DEC6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Steps to Enable Python (for users who </a:t>
            </a:r>
            <a:r>
              <a:rPr lang="en-MY" b="1" dirty="0">
                <a:solidFill>
                  <a:srgbClr val="FF0000"/>
                </a:solidFill>
              </a:rPr>
              <a:t>HAVE</a:t>
            </a:r>
            <a:r>
              <a:rPr lang="en-MY" b="1" dirty="0"/>
              <a:t> Python installed)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604556-26BF-1EE9-8A12-14899448741D}"/>
              </a:ext>
            </a:extLst>
          </p:cNvPr>
          <p:cNvSpPr txBox="1"/>
          <p:nvPr/>
        </p:nvSpPr>
        <p:spPr>
          <a:xfrm>
            <a:off x="838200" y="190660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Step 1</a:t>
            </a:r>
            <a:r>
              <a:rPr lang="en-MY" dirty="0"/>
              <a:t>: Go to your File Explorer and find your Python installer</a:t>
            </a:r>
          </a:p>
          <a:p>
            <a:r>
              <a:rPr lang="en-MY" b="1" dirty="0"/>
              <a:t>Step 2</a:t>
            </a:r>
            <a:r>
              <a:rPr lang="en-MY" dirty="0"/>
              <a:t>: Re-run the Python installer</a:t>
            </a:r>
          </a:p>
          <a:p>
            <a:r>
              <a:rPr lang="en-MY" b="1" dirty="0"/>
              <a:t>Step 3</a:t>
            </a:r>
            <a:r>
              <a:rPr lang="en-MY" dirty="0"/>
              <a:t>: Click Modify Python</a:t>
            </a:r>
          </a:p>
          <a:p>
            <a:r>
              <a:rPr lang="en-MY" b="1" dirty="0"/>
              <a:t>Step 4</a:t>
            </a:r>
            <a:r>
              <a:rPr lang="en-MY" dirty="0"/>
              <a:t>: Ticked all Optional Features, then click Next</a:t>
            </a:r>
          </a:p>
          <a:p>
            <a:r>
              <a:rPr lang="en-MY" b="1" dirty="0"/>
              <a:t>Step 5</a:t>
            </a:r>
            <a:r>
              <a:rPr lang="en-MY" dirty="0"/>
              <a:t>: Ticked these Advanced Options, then Install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15D4A-A654-7AEB-4420-FEE1447D3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5" t="31235" r="6379" b="25432"/>
          <a:stretch>
            <a:fillRect/>
          </a:stretch>
        </p:blipFill>
        <p:spPr>
          <a:xfrm>
            <a:off x="7272866" y="1278468"/>
            <a:ext cx="3276602" cy="2098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EA55D4-2B66-FEBD-D9A7-773AAC4D8855}"/>
              </a:ext>
            </a:extLst>
          </p:cNvPr>
          <p:cNvSpPr/>
          <p:nvPr/>
        </p:nvSpPr>
        <p:spPr>
          <a:xfrm>
            <a:off x="8178801" y="1977310"/>
            <a:ext cx="1874572" cy="32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7D9176-CE3F-75A5-5726-70D564472D8C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581400" y="2140444"/>
            <a:ext cx="4597401" cy="52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7503EA1-1D75-A5E7-2AA4-A8E19FF18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1" t="31416" r="5226" b="28025"/>
          <a:stretch>
            <a:fillRect/>
          </a:stretch>
        </p:blipFill>
        <p:spPr>
          <a:xfrm>
            <a:off x="7272866" y="3429000"/>
            <a:ext cx="3539069" cy="21246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1E21E91-A2B3-8FA2-590F-25C40C6523D8}"/>
              </a:ext>
            </a:extLst>
          </p:cNvPr>
          <p:cNvSpPr/>
          <p:nvPr/>
        </p:nvSpPr>
        <p:spPr>
          <a:xfrm>
            <a:off x="8178801" y="3839897"/>
            <a:ext cx="2370666" cy="130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C2AF1D-7063-A054-FCB8-0489D978F48D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706533" y="2947205"/>
            <a:ext cx="2472268" cy="1544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266C861-02EF-4C96-A8CD-21B0D18050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2" t="32221" r="3251" b="25409"/>
          <a:stretch>
            <a:fillRect/>
          </a:stretch>
        </p:blipFill>
        <p:spPr>
          <a:xfrm>
            <a:off x="2298700" y="3946867"/>
            <a:ext cx="3911600" cy="24100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D7331D3-450B-4571-32AB-C44CB62B201F}"/>
              </a:ext>
            </a:extLst>
          </p:cNvPr>
          <p:cNvSpPr/>
          <p:nvPr/>
        </p:nvSpPr>
        <p:spPr>
          <a:xfrm>
            <a:off x="3263900" y="4627749"/>
            <a:ext cx="2370666" cy="443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753BA4-4A64-7CAA-7A6D-402845A37AF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021667" y="3228611"/>
            <a:ext cx="427566" cy="13991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F20AE7-99B2-52AD-D2EC-ED1605CC598E}"/>
              </a:ext>
            </a:extLst>
          </p:cNvPr>
          <p:cNvSpPr txBox="1"/>
          <p:nvPr/>
        </p:nvSpPr>
        <p:spPr>
          <a:xfrm>
            <a:off x="8023304" y="6390651"/>
            <a:ext cx="4014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MY" sz="1400" i="1" dirty="0"/>
              <a:t>Once all is done, let’s start to call the API! Click </a:t>
            </a:r>
            <a:r>
              <a:rPr lang="en-MY" sz="1400" i="1" dirty="0">
                <a:hlinkClick r:id="rId5" action="ppaction://hlinksldjump"/>
              </a:rPr>
              <a:t>Here</a:t>
            </a:r>
            <a:endParaRPr lang="en-MY" sz="1400" i="1" dirty="0"/>
          </a:p>
        </p:txBody>
      </p:sp>
    </p:spTree>
    <p:extLst>
      <p:ext uri="{BB962C8B-B14F-4D97-AF65-F5344CB8AC3E}">
        <p14:creationId xmlns:p14="http://schemas.microsoft.com/office/powerpoint/2010/main" val="3297120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68B8-FDDC-A06B-6EDC-95A533DF6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2D4-7F3C-79F8-E4C6-359FF474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97" y="204637"/>
            <a:ext cx="10515600" cy="1325563"/>
          </a:xfrm>
        </p:spPr>
        <p:txBody>
          <a:bodyPr/>
          <a:lstStyle/>
          <a:p>
            <a:r>
              <a:rPr lang="en-MY" b="1" dirty="0"/>
              <a:t>Steps to Call the API to Run Analysis on our Website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CEA154-AEF0-3E77-313F-438CA49767E5}"/>
              </a:ext>
            </a:extLst>
          </p:cNvPr>
          <p:cNvSpPr txBox="1"/>
          <p:nvPr/>
        </p:nvSpPr>
        <p:spPr>
          <a:xfrm>
            <a:off x="598597" y="1575050"/>
            <a:ext cx="58909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b="1" dirty="0"/>
              <a:t>Step 1</a:t>
            </a:r>
            <a:r>
              <a:rPr lang="en-MY" dirty="0"/>
              <a:t>: Download our employee-performance-</a:t>
            </a:r>
            <a:r>
              <a:rPr lang="en-MY" dirty="0" err="1"/>
              <a:t>api</a:t>
            </a:r>
            <a:r>
              <a:rPr lang="en-MY" dirty="0"/>
              <a:t> folder</a:t>
            </a:r>
          </a:p>
          <a:p>
            <a:r>
              <a:rPr lang="en-MY" b="1" dirty="0"/>
              <a:t>Step 2</a:t>
            </a:r>
            <a:r>
              <a:rPr lang="en-MY" dirty="0"/>
              <a:t>: Open Command Prompt</a:t>
            </a:r>
          </a:p>
          <a:p>
            <a:r>
              <a:rPr lang="en-MY" b="1" dirty="0"/>
              <a:t>Step 3</a:t>
            </a:r>
            <a:r>
              <a:rPr lang="en-MY" dirty="0"/>
              <a:t>: Run the command below in Command Prompt 1-by-1</a:t>
            </a:r>
          </a:p>
          <a:p>
            <a:endParaRPr lang="en-MY" dirty="0"/>
          </a:p>
          <a:p>
            <a:r>
              <a:rPr lang="en-MY" dirty="0"/>
              <a:t>cd </a:t>
            </a:r>
            <a:r>
              <a:rPr lang="en-US" i="1" dirty="0">
                <a:solidFill>
                  <a:srgbClr val="FF0000"/>
                </a:solidFill>
              </a:rPr>
              <a:t>Copy the Path of the employee-performance-</a:t>
            </a:r>
            <a:r>
              <a:rPr lang="en-US" i="1" dirty="0" err="1">
                <a:solidFill>
                  <a:srgbClr val="FF0000"/>
                </a:solidFill>
              </a:rPr>
              <a:t>api</a:t>
            </a:r>
            <a:r>
              <a:rPr lang="en-US" i="1" dirty="0">
                <a:solidFill>
                  <a:srgbClr val="FF0000"/>
                </a:solidFill>
              </a:rPr>
              <a:t> folder that contains app.py and the </a:t>
            </a:r>
            <a:r>
              <a:rPr lang="en-US" i="1" dirty="0" err="1">
                <a:solidFill>
                  <a:srgbClr val="FF0000"/>
                </a:solidFill>
              </a:rPr>
              <a:t>joblib</a:t>
            </a:r>
            <a:r>
              <a:rPr lang="en-US" i="1" dirty="0">
                <a:solidFill>
                  <a:srgbClr val="FF0000"/>
                </a:solidFill>
              </a:rPr>
              <a:t> file.</a:t>
            </a:r>
          </a:p>
          <a:p>
            <a:endParaRPr lang="en-US" dirty="0"/>
          </a:p>
          <a:p>
            <a:r>
              <a:rPr lang="en-MY" dirty="0"/>
              <a:t>python -m </a:t>
            </a:r>
            <a:r>
              <a:rPr lang="en-MY" dirty="0" err="1"/>
              <a:t>venv</a:t>
            </a:r>
            <a:r>
              <a:rPr lang="en-MY" dirty="0"/>
              <a:t> </a:t>
            </a:r>
            <a:r>
              <a:rPr lang="en-MY" dirty="0" err="1"/>
              <a:t>venv</a:t>
            </a:r>
            <a:endParaRPr lang="en-US" dirty="0"/>
          </a:p>
          <a:p>
            <a:endParaRPr lang="en-US" dirty="0"/>
          </a:p>
          <a:p>
            <a:r>
              <a:rPr lang="en-MY" dirty="0" err="1"/>
              <a:t>venv</a:t>
            </a:r>
            <a:r>
              <a:rPr lang="en-MY" dirty="0"/>
              <a:t>\Scripts\activate.bat</a:t>
            </a:r>
          </a:p>
          <a:p>
            <a:endParaRPr lang="en-MY" dirty="0"/>
          </a:p>
          <a:p>
            <a:r>
              <a:rPr lang="en-MY" dirty="0"/>
              <a:t>pip install </a:t>
            </a:r>
            <a:r>
              <a:rPr lang="en-MY" dirty="0" err="1"/>
              <a:t>fastapi</a:t>
            </a:r>
            <a:r>
              <a:rPr lang="en-MY" dirty="0"/>
              <a:t> </a:t>
            </a:r>
            <a:r>
              <a:rPr lang="en-MY" dirty="0" err="1"/>
              <a:t>uvicorn</a:t>
            </a:r>
            <a:r>
              <a:rPr lang="en-MY" dirty="0"/>
              <a:t> scikit-learn </a:t>
            </a:r>
            <a:r>
              <a:rPr lang="en-MY" dirty="0" err="1"/>
              <a:t>xgboost</a:t>
            </a:r>
            <a:r>
              <a:rPr lang="en-MY" dirty="0"/>
              <a:t> </a:t>
            </a:r>
            <a:r>
              <a:rPr lang="en-MY" dirty="0" err="1"/>
              <a:t>joblib</a:t>
            </a:r>
            <a:r>
              <a:rPr lang="en-MY" dirty="0"/>
              <a:t> </a:t>
            </a:r>
            <a:r>
              <a:rPr lang="en-MY" dirty="0" err="1"/>
              <a:t>numpy</a:t>
            </a:r>
            <a:r>
              <a:rPr lang="en-MY" dirty="0"/>
              <a:t> pandas python-multipart</a:t>
            </a:r>
          </a:p>
          <a:p>
            <a:endParaRPr lang="en-MY" dirty="0"/>
          </a:p>
          <a:p>
            <a:r>
              <a:rPr lang="en-MY" dirty="0" err="1"/>
              <a:t>uvicorn</a:t>
            </a:r>
            <a:r>
              <a:rPr lang="en-MY" dirty="0"/>
              <a:t> </a:t>
            </a:r>
            <a:r>
              <a:rPr lang="en-MY" dirty="0" err="1"/>
              <a:t>app:app</a:t>
            </a:r>
            <a:r>
              <a:rPr lang="en-MY" dirty="0"/>
              <a:t> –reload</a:t>
            </a:r>
          </a:p>
          <a:p>
            <a:endParaRPr lang="en-MY" dirty="0"/>
          </a:p>
          <a:p>
            <a:r>
              <a:rPr lang="en-MY" b="1" dirty="0"/>
              <a:t>Step 4</a:t>
            </a:r>
            <a:r>
              <a:rPr lang="en-MY" dirty="0"/>
              <a:t>: Now, you can navigate to the website and upload the file for predictions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3F7B92-1000-2160-71B5-849508F07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3" b="30000"/>
          <a:stretch>
            <a:fillRect/>
          </a:stretch>
        </p:blipFill>
        <p:spPr>
          <a:xfrm>
            <a:off x="6631206" y="1482665"/>
            <a:ext cx="5145928" cy="23251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1CA8BB-9128-2057-E3A7-5F0659F7B14A}"/>
              </a:ext>
            </a:extLst>
          </p:cNvPr>
          <p:cNvSpPr/>
          <p:nvPr/>
        </p:nvSpPr>
        <p:spPr>
          <a:xfrm>
            <a:off x="6807201" y="1816443"/>
            <a:ext cx="3263106" cy="326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D2B821-ECC2-F827-7C06-1C520AF0FEE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825067" y="1979577"/>
            <a:ext cx="982134" cy="9075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2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271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Have you installed Python on your PC?</vt:lpstr>
      <vt:lpstr>Steps to Enable Python (for users who DON’T HAVE Python installed)</vt:lpstr>
      <vt:lpstr>Steps to Enable Python (for users who HAVE Python installed)</vt:lpstr>
      <vt:lpstr>Steps to Call the API to Run Analysis on our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YAW CHIN HEN</dc:creator>
  <cp:lastModifiedBy>YAW CHIN HEN</cp:lastModifiedBy>
  <cp:revision>1</cp:revision>
  <dcterms:created xsi:type="dcterms:W3CDTF">2025-12-05T09:16:40Z</dcterms:created>
  <dcterms:modified xsi:type="dcterms:W3CDTF">2025-12-05T10:02:10Z</dcterms:modified>
</cp:coreProperties>
</file>